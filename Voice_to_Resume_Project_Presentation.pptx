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98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🎤 Voice to ATS-Optimized Resume Maker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AI-Powered Resume Generation with Speech Recognition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CF0F1"/>
                </a:solidFill>
              </a:rPr>
              <a:t>Full-Stack MERN Application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CF0F1"/>
                </a:solidFill>
              </a:rPr>
              <a:t>MongoDB • Express.js • React • Node.js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</a:rPr>
              <a:t>Project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</a:rPr>
              <a:t>🎤 Voice Input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95E"/>
                </a:solidFill>
              </a:rPr>
              <a:t>Browser-based speech recognition with real-time transcription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</a:rPr>
              <a:t>🤖 AI Processing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54880" y="15087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95E"/>
                </a:solidFill>
              </a:rPr>
              <a:t>OpenAI GPT-4 or Local Ollama integration for smart extraction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</a:rPr>
              <a:t>🎨 Multiple Templates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95E"/>
                </a:solidFill>
              </a:rPr>
              <a:t>4 professional templates (Modern, Classic, Creative, Minimal)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2286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</a:rPr>
              <a:t>✏️ Drag &amp; Drop Editor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95E"/>
                </a:solidFill>
              </a:rPr>
              <a:t>Reorder sections and edit content inline with real-time preview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</a:rPr>
              <a:t>📥 Export Options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8862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95E"/>
                </a:solidFill>
              </a:rPr>
              <a:t>Export as PDF or Word (.docx) with print-optimized layout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3474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</a:rPr>
              <a:t>💾 Resume Management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0" y="38862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95E"/>
                </a:solidFill>
              </a:rPr>
              <a:t>Save, view, edit multiple resumes with version history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</a:rPr>
              <a:t>System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097280"/>
            <a:ext cx="6400800" cy="822960"/>
          </a:xfrm>
          <a:prstGeom prst="rect">
            <a:avLst/>
          </a:prstGeom>
          <a:solidFill>
            <a:srgbClr val="3498D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1887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FRONTEND LAYER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508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React 18 • React Router • react-dnd • react-speech-recognition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0" y="2286000"/>
            <a:ext cx="6400800" cy="822960"/>
          </a:xfrm>
          <a:prstGeom prst="rect">
            <a:avLst/>
          </a:prstGeom>
          <a:solidFill>
            <a:srgbClr val="2ECC7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3774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API LAYER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697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Express.js REST API • CORS • Helmet Security • Morgan Logger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71600" y="3474720"/>
            <a:ext cx="6400800" cy="822960"/>
          </a:xfrm>
          <a:prstGeom prst="rect">
            <a:avLst/>
          </a:prstGeom>
          <a:solidFill>
            <a:srgbClr val="F39C1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3566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BUSINESS LOGIC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886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AI Service (OpenAI/Ollama) • Export Service (PDF/Word) • Auth Logic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71600" y="4663440"/>
            <a:ext cx="6400800" cy="822960"/>
          </a:xfrm>
          <a:prstGeom prst="rect">
            <a:avLst/>
          </a:prstGeom>
          <a:solidFill>
            <a:srgbClr val="E74C3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 LAYER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5074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MongoDB • Mongoose ODM • Resume &amp; Template Collections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</a:rPr>
              <a:t>Detailed System Design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4114800" cy="2011680"/>
          </a:xfrm>
          <a:prstGeom prst="rect">
            <a:avLst/>
          </a:prstGeom>
          <a:solidFill>
            <a:srgbClr val="E3F2FD"/>
          </a:solidFill>
          <a:ln w="25400">
            <a:solidFill>
              <a:srgbClr val="1976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76D2"/>
                </a:solidFill>
              </a:rPr>
              <a:t>Frontend Components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</a:rPr>
              <a:t>• Pages: Home, VoiceInput, ResumeBuilder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90195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</a:rPr>
              <a:t>• Components: VoiceRecorder, ResumePreview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5798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</a:rPr>
              <a:t>• Common: Button, Card, Modal, Header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41401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</a:rPr>
              <a:t>• Services: API Client (Axios)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67004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</a:rPr>
              <a:t>• Routing: React Router v6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114800" cy="2011680"/>
          </a:xfrm>
          <a:prstGeom prst="rect">
            <a:avLst/>
          </a:prstGeom>
          <a:solidFill>
            <a:srgbClr val="F3E5F5"/>
          </a:solidFill>
          <a:ln w="25400">
            <a:solidFill>
              <a:srgbClr val="7B1FA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1FA2"/>
                </a:solidFill>
              </a:rPr>
              <a:t>Backend Components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</a:rPr>
              <a:t>• Controllers: AI, Resume, Template, Export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90195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</a:rPr>
              <a:t>• Models: Resume Schema, Template Schema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15798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</a:rPr>
              <a:t>• Services: AI Processing, PDF/Word Export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41401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</a:rPr>
              <a:t>• Routes: RESTful API Endpoints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67004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</a:rPr>
              <a:t>• Middleware: CORS, Helmet, Validation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383280"/>
            <a:ext cx="8595360" cy="1828800"/>
          </a:xfrm>
          <a:prstGeom prst="rect">
            <a:avLst/>
          </a:prstGeom>
          <a:solidFill>
            <a:srgbClr val="FFF3E0"/>
          </a:solidFill>
          <a:ln w="25400">
            <a:solidFill>
              <a:srgbClr val="F57C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7C00"/>
                </a:solidFill>
              </a:rPr>
              <a:t>Data Flow &amp; Integration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3931920"/>
            <a:ext cx="8229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</a:rPr>
              <a:t>1. User speaks → Speech Recognition API → Text Transcription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160520"/>
            <a:ext cx="8229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</a:rPr>
              <a:t>2. Transcription → Backend API → AI Service (OpenAI/Ollama)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389120"/>
            <a:ext cx="8229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</a:rPr>
              <a:t>3. AI processes → Structured JSON → MongoDB Storage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617720"/>
            <a:ext cx="8229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</a:rPr>
              <a:t>4. Resume Data → Template Engine → Preview Rendering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846320"/>
            <a:ext cx="8229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</a:rPr>
              <a:t>5. Export Request → Puppeteer/docx → PDF/Word Generation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</a:rPr>
              <a:t>Database Schema &amp; Data Models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4206240" cy="393192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Resume Model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personalInfo: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728216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name, email, phone, location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linkedIn, github, website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075688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professional summary (ATS-optimized)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249424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experience: [Array]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company, role, duration, description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596896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education: [Array]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770632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institution, degree, year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944368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skills: [Array of Categories]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118104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category, skills[], order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291840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projects: [Array]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465576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name, description, technologies[]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639312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certifications: [Array]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813048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achievements: [Array]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986784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templateId: String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160520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transcriptions: [Array with timestamps]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334256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createdAt, updatedAt: Date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1005840"/>
            <a:ext cx="4206240" cy="2286000"/>
          </a:xfrm>
          <a:prstGeom prst="rect">
            <a:avLst/>
          </a:prstGeom>
          <a:solidFill>
            <a:srgbClr val="FCE4EC"/>
          </a:solidFill>
          <a:ln w="25400">
            <a:solidFill>
              <a:srgbClr val="C218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185B"/>
                </a:solidFill>
              </a:rPr>
              <a:t>Template Model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46320" y="1554480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id: String (unique)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46320" y="1728216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String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1901952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String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0" y="2075688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category: Enum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2249424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modern, classic, creative,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46320" y="2423160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minimal, professional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46320" y="2596896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layout: Map (flexible structure)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0" y="2770632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styles: Map (CSS properties)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46320" y="2944368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isActive: Boolean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46320" y="3118104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thumbnail: String (URL)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46320" y="3291840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createdAt: Date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3474720"/>
            <a:ext cx="4206240" cy="1463040"/>
          </a:xfrm>
          <a:prstGeom prst="rect">
            <a:avLst/>
          </a:prstGeom>
          <a:solidFill>
            <a:srgbClr val="FFF9C4"/>
          </a:solidFill>
          <a:ln w="25400">
            <a:solidFill>
              <a:srgbClr val="F57F1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566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7F17"/>
                </a:solidFill>
              </a:rPr>
              <a:t>Database: MongoDB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846320" y="39319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• NoSQL Document Database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46320" y="413308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• Mongoose ODM for schema validation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46320" y="433425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• Auto-generated ObjectIds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46320" y="453542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• Timestamp tracking (createdAt/updatedAt)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46320" y="473659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• Flexible nested schemas for complex data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7AE60"/>
                </a:solidFill>
              </a:rPr>
              <a:t>Modules Completed ✓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8595360" cy="86868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1. Voice Recording &amp; Transcription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98080" y="1051560"/>
            <a:ext cx="1188720" cy="2286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0515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COMPLETED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✓ Browser speech recognition integration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490472"/>
            <a:ext cx="8229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✓ Real-time transcription display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609344"/>
            <a:ext cx="8229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✓ Fallback text input for unsupported browsers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728216"/>
            <a:ext cx="8229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✓ Recording controls (start/stop/pause)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965960"/>
            <a:ext cx="8595360" cy="868680"/>
          </a:xfrm>
          <a:prstGeom prst="rect">
            <a:avLst/>
          </a:prstGeom>
          <a:solidFill>
            <a:srgbClr val="E3F2FD"/>
          </a:solidFill>
          <a:ln w="25400">
            <a:solidFill>
              <a:srgbClr val="2196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116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2. AI Resume Processing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98080" y="2011680"/>
            <a:ext cx="1188720" cy="2286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0" y="20116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COMPLETED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331720"/>
            <a:ext cx="8229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✓ OpenAI GPT-4 integration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450592"/>
            <a:ext cx="8229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✓ Local Ollama support (llama3.1)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2569464"/>
            <a:ext cx="8229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✓ Intelligent information extraction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2688336"/>
            <a:ext cx="8229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✓ ATS keyword optimization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8595360" cy="86868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971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3. Resume Builder &amp; Editor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98080" y="2971800"/>
            <a:ext cx="1188720" cy="2286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0" y="29718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COMPLETED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291840"/>
            <a:ext cx="8229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✓ Drag-and-drop section reordering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410712"/>
            <a:ext cx="8229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✓ Inline content editing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529584"/>
            <a:ext cx="8229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✓ Real-time preview rendering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3648456"/>
            <a:ext cx="8229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✓ Template switching capability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3886200"/>
            <a:ext cx="8595360" cy="868680"/>
          </a:xfrm>
          <a:prstGeom prst="rect">
            <a:avLst/>
          </a:prstGeom>
          <a:solidFill>
            <a:srgbClr val="E3F2FD"/>
          </a:solidFill>
          <a:ln w="25400">
            <a:solidFill>
              <a:srgbClr val="2196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931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4. Template System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498080" y="3931920"/>
            <a:ext cx="1188720" cy="2286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0" y="39319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COMPLETED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4251960"/>
            <a:ext cx="8229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✓ 4 professional templates (Modern, Classic, Creative, Minimal)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370832"/>
            <a:ext cx="8229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✓ Template selection interface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489704"/>
            <a:ext cx="8229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✓ Dynamic template rendering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4608576"/>
            <a:ext cx="8229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✓ Template initialization API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7AE60"/>
                </a:solidFill>
              </a:rPr>
              <a:t>Modules Completed (Cont.) ✓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8595360" cy="86868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5. Export Functionality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98080" y="1051560"/>
            <a:ext cx="1188720" cy="2286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0515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COMPLETED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✓ PDF export using Puppeteer (server-side)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490472"/>
            <a:ext cx="8229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✓ Word (.docx) export using docx library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609344"/>
            <a:ext cx="8229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✓ Client-side PDF export (jsPDF + html2canvas)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728216"/>
            <a:ext cx="8229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✓ Print-optimized layout formatting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965960"/>
            <a:ext cx="8595360" cy="868680"/>
          </a:xfrm>
          <a:prstGeom prst="rect">
            <a:avLst/>
          </a:prstGeom>
          <a:solidFill>
            <a:srgbClr val="E3F2FD"/>
          </a:solidFill>
          <a:ln w="25400">
            <a:solidFill>
              <a:srgbClr val="2196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116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6. Resume Management System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98080" y="2011680"/>
            <a:ext cx="1188720" cy="2286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0" y="20116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COMPLETED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331720"/>
            <a:ext cx="8229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✓ CRUD operations for resumes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450592"/>
            <a:ext cx="8229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✓ "My Resumes" dashboard view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2569464"/>
            <a:ext cx="8229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✓ Resume listing with preview cards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2688336"/>
            <a:ext cx="8229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✓ Delete and edit capabilities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8595360" cy="86868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971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7. Backend API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98080" y="2971800"/>
            <a:ext cx="1188720" cy="2286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0" y="29718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COMPLETED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291840"/>
            <a:ext cx="8229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✓ RESTful API architecture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410712"/>
            <a:ext cx="8229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✓ Resume routes (GET, POST, PUT, DELETE)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529584"/>
            <a:ext cx="8229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✓ AI processing routes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3648456"/>
            <a:ext cx="8229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✓ Export routes (PDF/Word)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3767328"/>
            <a:ext cx="8229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✓ Template management routes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886200"/>
            <a:ext cx="8595360" cy="868680"/>
          </a:xfrm>
          <a:prstGeom prst="rect">
            <a:avLst/>
          </a:prstGeom>
          <a:solidFill>
            <a:srgbClr val="E3F2FD"/>
          </a:solidFill>
          <a:ln w="25400">
            <a:solidFill>
              <a:srgbClr val="2196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931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8. Frontend UI Components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498080" y="3931920"/>
            <a:ext cx="1188720" cy="2286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0" y="39319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COMPLETED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251960"/>
            <a:ext cx="8229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✓ Common components (Button, Card, Modal, Header)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370832"/>
            <a:ext cx="8229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✓ VoiceRecorder component with animations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4489704"/>
            <a:ext cx="8229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✓ ResumePreview with template rendering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608576"/>
            <a:ext cx="8229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✓ DraggableSection for reordering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727448"/>
            <a:ext cx="8229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✓ Responsive design for mobile/tablet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7E22"/>
                </a:solidFill>
              </a:rPr>
              <a:t>Modules Yet to be Completed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8595360" cy="685800"/>
          </a:xfrm>
          <a:prstGeom prst="rect">
            <a:avLst/>
          </a:prstGeom>
          <a:solidFill>
            <a:srgbClr val="FFF3E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1. User Authentication System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589520" y="1078992"/>
            <a:ext cx="1097280" cy="21031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0" y="1078992"/>
            <a:ext cx="10972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53312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495E"/>
                </a:solidFill>
              </a:rPr>
              <a:t>○ User registration and login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453896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495E"/>
                </a:solidFill>
              </a:rPr>
              <a:t>○ JWT-based authentication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495E"/>
                </a:solidFill>
              </a:rPr>
              <a:t>○ Password encryption (bcrypt)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655064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495E"/>
                </a:solidFill>
              </a:rPr>
              <a:t>○ Session management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755648"/>
            <a:ext cx="8595360" cy="685800"/>
          </a:xfrm>
          <a:prstGeom prst="rect">
            <a:avLst/>
          </a:prstGeom>
          <a:solidFill>
            <a:srgbClr val="FFF3E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0136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2. Resume Versioning &amp; History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589520" y="1828800"/>
            <a:ext cx="1097280" cy="21031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828800"/>
            <a:ext cx="10972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MEDIUM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103120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495E"/>
                </a:solidFill>
              </a:rPr>
              <a:t>○ Track all resume changes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2203704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495E"/>
                </a:solidFill>
              </a:rPr>
              <a:t>○ Version comparison view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23042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495E"/>
                </a:solidFill>
              </a:rPr>
              <a:t>○ Restore previous versions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" y="2404872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495E"/>
                </a:solidFill>
              </a:rPr>
              <a:t>○ Change log timeline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2505456"/>
            <a:ext cx="8595360" cy="685800"/>
          </a:xfrm>
          <a:prstGeom prst="rect">
            <a:avLst/>
          </a:prstGeom>
          <a:solidFill>
            <a:srgbClr val="FFF3E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55117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3. LinkedIn Profile Import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589520" y="2578608"/>
            <a:ext cx="1097280" cy="21031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0" y="2578608"/>
            <a:ext cx="10972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285292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495E"/>
                </a:solidFill>
              </a:rPr>
              <a:t>○ LinkedIn OAuth integration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2953512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495E"/>
                </a:solidFill>
              </a:rPr>
              <a:t>○ Profile data extraction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3054096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495E"/>
                </a:solidFill>
              </a:rPr>
              <a:t>○ Automatic resume population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200" y="3154680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495E"/>
                </a:solidFill>
              </a:rPr>
              <a:t>○ Work experience sync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" y="3255264"/>
            <a:ext cx="8595360" cy="685800"/>
          </a:xfrm>
          <a:prstGeom prst="rect">
            <a:avLst/>
          </a:prstGeom>
          <a:solidFill>
            <a:srgbClr val="FFF3E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30098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4. ATS Score Analysis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589520" y="3328416"/>
            <a:ext cx="1097280" cy="21031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0" name="Text 28"/>
          <p:cNvSpPr/>
          <p:nvPr/>
        </p:nvSpPr>
        <p:spPr>
          <a:xfrm>
            <a:off x="7589520" y="3328416"/>
            <a:ext cx="10972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3602736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495E"/>
                </a:solidFill>
              </a:rPr>
              <a:t>○ Calculate ATS compatibility score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3703320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495E"/>
                </a:solidFill>
              </a:rPr>
              <a:t>○ Keyword analysis and suggestions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7200" y="3803904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495E"/>
                </a:solidFill>
              </a:rPr>
              <a:t>○ Format optimization tips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7200" y="39044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495E"/>
                </a:solidFill>
              </a:rPr>
              <a:t>○ Industry-specific recommendations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4320" y="4005072"/>
            <a:ext cx="8595360" cy="685800"/>
          </a:xfrm>
          <a:prstGeom prst="rect">
            <a:avLst/>
          </a:prstGeom>
          <a:solidFill>
            <a:srgbClr val="FFF3E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05079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5. Multi-language Support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589520" y="4078224"/>
            <a:ext cx="1097280" cy="21031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8" name="Text 36"/>
          <p:cNvSpPr/>
          <p:nvPr/>
        </p:nvSpPr>
        <p:spPr>
          <a:xfrm>
            <a:off x="7589520" y="4078224"/>
            <a:ext cx="10972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MEDIUM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4352544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495E"/>
                </a:solidFill>
              </a:rPr>
              <a:t>○ i18n internationalization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57200" y="445312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495E"/>
                </a:solidFill>
              </a:rPr>
              <a:t>○ Language selector component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57200" y="4553712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495E"/>
                </a:solidFill>
              </a:rPr>
              <a:t>○ RTL text support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57200" y="4654296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495E"/>
                </a:solidFill>
              </a:rPr>
              <a:t>○ Localized resume templates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74320" y="4754880"/>
            <a:ext cx="8595360" cy="685800"/>
          </a:xfrm>
          <a:prstGeom prst="rect">
            <a:avLst/>
          </a:prstGeom>
          <a:solidFill>
            <a:srgbClr val="FFF3E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8006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6. Email Delivery System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589520" y="4828032"/>
            <a:ext cx="1097280" cy="210312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46" name="Text 44"/>
          <p:cNvSpPr/>
          <p:nvPr/>
        </p:nvSpPr>
        <p:spPr>
          <a:xfrm>
            <a:off x="7589520" y="4828032"/>
            <a:ext cx="10972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LOW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7200" y="5102352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495E"/>
                </a:solidFill>
              </a:rPr>
              <a:t>○ Send resume via email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57200" y="5202936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495E"/>
                </a:solidFill>
              </a:rPr>
              <a:t>○ Email template customization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57200" y="5303520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495E"/>
                </a:solidFill>
              </a:rPr>
              <a:t>○ Direct job application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57200" y="5404104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495E"/>
                </a:solidFill>
              </a:rPr>
              <a:t>○ Email tracking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3E50"/>
                </a:solidFill>
              </a:rPr>
              <a:t>Pseudocode: User Authentication 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8595360" cy="4389120"/>
          </a:xfrm>
          <a:prstGeom prst="rect">
            <a:avLst/>
          </a:prstGeom>
          <a:solidFill>
            <a:srgbClr val="2D2D2D"/>
          </a:solidFill>
          <a:ln w="25400">
            <a:solidFill>
              <a:srgbClr val="00F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User Registration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registerUser(email, password, name):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1. VALIDATE input fields (email format, password strength)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2. CHECK if user already exists in database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3. IF exists THEN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RETURN error "User already registered"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4. HASH password using bcrypt (salt rounds: 10)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5. CREATE new User document: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- email: email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- password: hashedPassword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- name: name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- createdAt: currentTimestamp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6. SAVE user to database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7. GENERATE JWT token with userId and email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8. RETURN { success: true, token, user 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User Login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loginUser(email, password):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1. FIND user by email in database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2. IF user not found THEN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RETURN error "Invalid credentials"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3. COMPARE password with stored hash using bcrypt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4. IF password doesn't match THEN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RETURN error "Invalid credentials"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5. GENERATE new JWT token (expires in 7 days)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6. UPDATE lastLogin timestamp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7. RETURN { success: true, token, user 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Protected Route Middleware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authenticateToken(request, response, next):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1. EXTRACT token from Authorization header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2. IF no token THEN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RETURN 401 Unauthorized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3. VERIFY token using JWT secret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4. IF token invalid or expired THEN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RETURN 403 Forbidden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5. ATTACH user data to request object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6. CALL next() to proceed to route handler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3E50"/>
                </a:solidFill>
              </a:rPr>
              <a:t>Pseudocode: ATS Score Analysis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8595360" cy="4389120"/>
          </a:xfrm>
          <a:prstGeom prst="rect">
            <a:avLst/>
          </a:prstGeom>
          <a:solidFill>
            <a:srgbClr val="2D2D2D"/>
          </a:solidFill>
          <a:ln w="25400">
            <a:solidFill>
              <a:srgbClr val="00F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ATS Score Calculation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calculateATSScore(resumeData, jobDescription):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INITIALIZE score = 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INITIALIZE feedback = []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1. Keyword Matching (40 points)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keywords = extractKeywords(jobDescription)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resumeText = convertResumeToText(resumeData)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matchedKeywords = countMatchingKeywords(keywords, resumeText)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keywordScore = (matchedKeywords / keywords.length) * 40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score += keywordScore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keywordScore &lt; 20 THEN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feedback.push("Add more relevant keywords from job description")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2. Format Quality (25 points)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formatScore = 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hasProperHeadings(resumeData) THEN formatScore += 8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hasConsistentFormatting(resumeData) THEN formatScore += 7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hasContactInfo(resumeData) THEN formatScore += 5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hasProperDateFormat(resumeData) THEN formatScore += 5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score += formatScore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3. Content Completeness (20 points)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contentScore = 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resumeData.experience.length &gt; 0 THEN contentScore += 7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resumeData.education.length &gt; 0 THEN contentScore += 5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resumeData.skills.length &gt; 0 THEN contentScore += 5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resumeData.personalInfo.summary EXISTS THEN contentScore += 3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score += contentScore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4. Quantifiable Achievements (15 points)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achievements = countNumbersInExperience(resumeData)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achievementScore = MIN(achievements * 3, 15)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score += achievementScore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achievementScore &lt; 5 THEN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feedback.push("Add quantifiable achievements (numbers, percentages)")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totalScore: score,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keywordScore: keywordScore,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formatScore: formatScore,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contentScore: contentScore,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achievementScore: achievementScore,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feedback: feedback,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grade: getGrade(score)  // A: 90+, B: 80+, C: 70+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</a:rPr>
              <a:t>Test Cases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98DB"/>
                </a:solidFill>
              </a:rPr>
              <a:t>Voice Recording: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170432"/>
            <a:ext cx="8046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TC-01: Start recording captures audio input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316736"/>
            <a:ext cx="8046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TC-02: Stop recording ends capture and displays transcription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8046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TC-03: Fallback to text input when browser unsupported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9344"/>
            <a:ext cx="8046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TC-04: Handle microphone permission denial gracefully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8470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98DB"/>
                </a:solidFill>
              </a:rPr>
              <a:t>AI Processing: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8046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TC-05: Extract complete personal info from speech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249424"/>
            <a:ext cx="8046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TC-06: Parse multiple work experiences correctly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395728"/>
            <a:ext cx="8046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TC-07: Handle missing information with empty fields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542032"/>
            <a:ext cx="8046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TC-08: Validate JSON structure from AI response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779776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98DB"/>
                </a:solidFill>
              </a:rPr>
              <a:t>Resume Builder: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035808"/>
            <a:ext cx="8046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TC-09: Drag and drop reorders sections correctly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182112"/>
            <a:ext cx="8046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TC-10: Inline editing updates resume data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328416"/>
            <a:ext cx="8046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TC-11: Template switching preserves data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474720"/>
            <a:ext cx="8046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TC-12: Real-time preview reflects all changes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7124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98DB"/>
                </a:solidFill>
              </a:rPr>
              <a:t>Export: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968496"/>
            <a:ext cx="8046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TC-13: PDF export generates valid file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4114800"/>
            <a:ext cx="8046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TC-14: Word export maintains formatting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261104"/>
            <a:ext cx="8046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TC-15: Exported file includes all resume sections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4407408"/>
            <a:ext cx="8046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TC-16: Export handles special characters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64515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98DB"/>
                </a:solidFill>
              </a:rPr>
              <a:t>Resume Management: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4901184"/>
            <a:ext cx="8046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TC-17: Save resume stores data in database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5047488"/>
            <a:ext cx="8046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TC-18: Load resume retrieves correct data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5193792"/>
            <a:ext cx="8046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TC-19: Delete resume removes from database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5340096"/>
            <a:ext cx="8046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TC-20: Update resume modifies existing record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3E50"/>
                </a:solidFill>
              </a:rPr>
              <a:t>Detailed Test Case Example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8595360" cy="4297680"/>
          </a:xfrm>
          <a:prstGeom prst="rect">
            <a:avLst/>
          </a:prstGeom>
          <a:solidFill>
            <a:srgbClr val="F5F5F5"/>
          </a:solidFill>
          <a:ln w="25400">
            <a:solidFill>
              <a:srgbClr val="3498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98DB"/>
                </a:solidFill>
              </a:rPr>
              <a:t>Test Case ID: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0" y="1051560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98DB"/>
                </a:solidFill>
              </a:rPr>
              <a:t>TC-05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25296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Module: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0" y="1225296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AI Processing - Resume Extraction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399032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98DB"/>
                </a:solidFill>
              </a:rPr>
              <a:t>Priority: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1399032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98DB"/>
                </a:solidFill>
              </a:rPr>
              <a:t>HIGH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57276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Objective: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0" y="157276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Verify AI correctly extracts complete personal information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746504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192024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98DB"/>
                </a:solidFill>
              </a:rPr>
              <a:t>Prerequisites: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1920240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093976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• Backend server running with AI provider configured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26771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• Valid speech transcription available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44144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615184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98DB"/>
                </a:solidFill>
              </a:rPr>
              <a:t>Test Steps: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86000" y="2615184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278892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1. Navigate to Voice Input page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962656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2. Enter test transcription: "My name is John Doe, email john@example.com,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13639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   phone 555-1234, located in New York. I am a Senior Developer..."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31012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3. Click "Process with AI" button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483864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4. Wait for AI processing to complete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65760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3831336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98DB"/>
                </a:solidFill>
              </a:rPr>
              <a:t>Expected Results: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86000" y="3831336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00507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✓ Personal info extracted: name, email, phone, location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17880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✓ All fields populated in resume data structure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352544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✓ Valid JSON format returned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52628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✓ User redirected to Resume Builder page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700016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873752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98DB"/>
                </a:solidFill>
              </a:rPr>
              <a:t>Status: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286000" y="4873752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98DB"/>
                </a:solidFill>
              </a:rPr>
              <a:t>PASS / FAIL / NOT TESTED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</a:rPr>
              <a:t>Deviations &amp; Justifications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8595360" cy="914400"/>
          </a:xfrm>
          <a:prstGeom prst="rect">
            <a:avLst/>
          </a:prstGeom>
          <a:solidFill>
            <a:srgbClr val="F8F9FA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1. No User Authentication Implemented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0" y="960120"/>
            <a:ext cx="914400" cy="20116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0" y="9601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LOW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Justification: Focus on core functionality first. Authentication adds complexity and was deprioritized to deliver MVP features. Can be added in Phase 2 without major refactoring.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C3E50"/>
                </a:solidFill>
              </a:rPr>
              <a:t>Mitigation: Local storage used for resume management. Multi-user support planned for future release.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920240"/>
            <a:ext cx="8595360" cy="914400"/>
          </a:xfrm>
          <a:prstGeom prst="rect">
            <a:avLst/>
          </a:prstGeom>
          <a:solidFill>
            <a:srgbClr val="F8F9FA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659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2. Limited Template Customization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0" y="1965960"/>
            <a:ext cx="914400" cy="20116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0" y="196596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MEDIUM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2128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Justification: 4 pre-built templates provide sufficient variety for most users. Custom template builder would require significant additional development time.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514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C3E50"/>
                </a:solidFill>
              </a:rPr>
              <a:t>Mitigation: Templates are easily extensible. New templates can be added by updating Template model and CSS.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8595360" cy="914400"/>
          </a:xfrm>
          <a:prstGeom prst="rect">
            <a:avLst/>
          </a:prstGeom>
          <a:solidFill>
            <a:srgbClr val="F8F9FA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718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3. No Real-time Collaboration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0" y="2971800"/>
            <a:ext cx="914400" cy="20116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0" y="29718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LOW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2186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Justification: Single-user focus aligns with typical resume creation workflow. Real-time collaboration requires WebSocket infrastructure.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5204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C3E50"/>
                </a:solidFill>
              </a:rPr>
              <a:t>Mitigation: Not a critical feature for resume building. Export/import functionality provides sharing capability.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931920"/>
            <a:ext cx="8595360" cy="914400"/>
          </a:xfrm>
          <a:prstGeom prst="rect">
            <a:avLst/>
          </a:prstGeom>
          <a:solidFill>
            <a:srgbClr val="F8F9FA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776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4. Browser-dependent Voice Recognition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72400" y="3977640"/>
            <a:ext cx="914400" cy="20116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0" y="397764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MEDIUM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224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Justification: Web Speech API is widely supported in modern browsers (Chrome, Edge, Safari). Server-side speech processing would add latency and cost.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C3E50"/>
                </a:solidFill>
              </a:rPr>
              <a:t>Mitigation: Text input fallback provided. Clear browser compatibility messaging shown to users.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</a:rPr>
              <a:t>Technology Stack Details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420624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3498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</a:rPr>
              <a:t>Frontend Technologies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• React 18.2.0 - UI library with hooks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7099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• React Router v6 - Client-side routing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• react-dnd 16.0 - Drag and drop functionality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2951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• react-speech-recognition - Voice input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5877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• Axios - HTTP client for API calls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• jsPDF + html2canvas - PDF generation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1729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• styled-components - CSS-in-JS styling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914400"/>
            <a:ext cx="420624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Backend Technologies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1417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• Node.js 16+ - JavaScript runtime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17099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• Express.js 4.18 - Web framework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20025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• MongoDB - NoSQL database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22951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• Mongoose 8.0 - MongoDB ODM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25877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• OpenAI API 4.20 - GPT-4 integration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2880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• Puppeteer - Server-side PDF rendering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31729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• docx 8.5 - Word document generation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4114800"/>
            <a:ext cx="4206240" cy="1097280"/>
          </a:xfrm>
          <a:prstGeom prst="rect">
            <a:avLst/>
          </a:prstGeom>
          <a:solidFill>
            <a:srgbClr val="FFF9C4"/>
          </a:solidFill>
          <a:ln w="25400">
            <a:solidFill>
              <a:srgbClr val="F57C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206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7C00"/>
                </a:solidFill>
              </a:rPr>
              <a:t>AI &amp; ML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452628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• OpenAI GPT-4 Turbo Preview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72744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• Ollama (Local LLM - llama3.1)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92861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• Natural Language Processing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4114800"/>
            <a:ext cx="4206240" cy="1097280"/>
          </a:xfrm>
          <a:prstGeom prst="rect">
            <a:avLst/>
          </a:prstGeom>
          <a:solidFill>
            <a:srgbClr val="F3E5F5"/>
          </a:solidFill>
          <a:ln w="25400">
            <a:solidFill>
              <a:srgbClr val="7B1FA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4206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1FA2"/>
                </a:solidFill>
              </a:rPr>
              <a:t>Security &amp; Middleware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46320" y="452628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• Helmet.js - HTTP security headers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472744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• CORS - Cross-origin resource sharing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492861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</a:rPr>
              <a:t>• Express Validator - Input validation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</a:rPr>
              <a:t>REST API Endpoints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8595360" cy="32004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601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Method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54480" y="9601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Endpoint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0" y="9601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Description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8595360" cy="256032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307592"/>
            <a:ext cx="1005840" cy="20116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30759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54480" y="131673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46320" y="131673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Server health check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545336"/>
            <a:ext cx="8595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572768"/>
            <a:ext cx="1005840" cy="201168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57276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54480" y="158191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/api/resumes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0" y="158191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Create new resume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1810512"/>
            <a:ext cx="8595360" cy="256032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1837944"/>
            <a:ext cx="1005840" cy="20116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183794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554480" y="184708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/api/resumes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184708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Get all resumes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075688"/>
            <a:ext cx="8595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2103120"/>
            <a:ext cx="1005840" cy="20116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210312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554480" y="211226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/api/resumes/:id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211226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Get resume by ID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2340864"/>
            <a:ext cx="8595360" cy="256032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2368296"/>
            <a:ext cx="1005840" cy="20116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236829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PUT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554480" y="237744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/api/resumes/:id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0" y="237744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Update resume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2606040"/>
            <a:ext cx="8595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2633472"/>
            <a:ext cx="1005840" cy="20116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26334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DELETE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554480" y="264261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/api/resumes/:id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264261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Delete resume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2871216"/>
            <a:ext cx="8595360" cy="256032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2898648"/>
            <a:ext cx="1005840" cy="201168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289864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554480" y="290779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/api/ai/process-voice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46320" y="290779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Process voice transcription with AI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" y="3136392"/>
            <a:ext cx="8595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3163824"/>
            <a:ext cx="1005840" cy="201168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4" name="Text 42"/>
          <p:cNvSpPr/>
          <p:nvPr/>
        </p:nvSpPr>
        <p:spPr>
          <a:xfrm>
            <a:off x="365760" y="316382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554480" y="3172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/api/ai/enhance-resume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46320" y="317296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Add information to existing resume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4320" y="3401568"/>
            <a:ext cx="8595360" cy="256032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65760" y="3429000"/>
            <a:ext cx="1005840" cy="20116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9" name="Text 47"/>
          <p:cNvSpPr/>
          <p:nvPr/>
        </p:nvSpPr>
        <p:spPr>
          <a:xfrm>
            <a:off x="365760" y="342900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554480" y="343814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/api/ai/test-connection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846320" y="343814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Test AI provider connection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74320" y="3666744"/>
            <a:ext cx="8595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65760" y="3694176"/>
            <a:ext cx="1005840" cy="20116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4" name="Text 52"/>
          <p:cNvSpPr/>
          <p:nvPr/>
        </p:nvSpPr>
        <p:spPr>
          <a:xfrm>
            <a:off x="365760" y="369417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554480" y="37033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/api/templates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846320" y="37033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Get all templates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74320" y="3931920"/>
            <a:ext cx="8595360" cy="256032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65760" y="3959352"/>
            <a:ext cx="1005840" cy="20116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9" name="Text 57"/>
          <p:cNvSpPr/>
          <p:nvPr/>
        </p:nvSpPr>
        <p:spPr>
          <a:xfrm>
            <a:off x="365760" y="395935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554480" y="396849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/api/templates/:id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846320" y="396849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Get template by ID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274320" y="4197096"/>
            <a:ext cx="8595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65760" y="4224528"/>
            <a:ext cx="1005840" cy="201168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64" name="Text 62"/>
          <p:cNvSpPr/>
          <p:nvPr/>
        </p:nvSpPr>
        <p:spPr>
          <a:xfrm>
            <a:off x="365760" y="422452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1554480" y="423367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/api/templates/initialize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846320" y="423367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Create default templates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74320" y="4462272"/>
            <a:ext cx="8595360" cy="256032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65760" y="4489704"/>
            <a:ext cx="1005840" cy="201168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69" name="Text 67"/>
          <p:cNvSpPr/>
          <p:nvPr/>
        </p:nvSpPr>
        <p:spPr>
          <a:xfrm>
            <a:off x="365760" y="448970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1554480" y="449884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/api/export/pdf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4846320" y="449884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Export resume as PDF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274320" y="4727448"/>
            <a:ext cx="8595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65760" y="4754880"/>
            <a:ext cx="1005840" cy="201168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4" name="Text 72"/>
          <p:cNvSpPr/>
          <p:nvPr/>
        </p:nvSpPr>
        <p:spPr>
          <a:xfrm>
            <a:off x="365760" y="47548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1554480" y="476402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/api/export/word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846320" y="476402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Export resume as Word document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498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Project Summary &amp; Future 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645920"/>
            <a:ext cx="73152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73736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AE60"/>
                </a:solidFill>
              </a:rPr>
              <a:t>Current Status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2057400"/>
            <a:ext cx="6766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✓ Core functionality: 100% complete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2258568"/>
            <a:ext cx="6766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✓ 8 major modules implemented and tested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2459736"/>
            <a:ext cx="6766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✓ Full-stack MERN application with AI integration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2660904"/>
            <a:ext cx="6766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✓ Production-ready MVP with export capabilities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108960"/>
            <a:ext cx="73152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20040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9C12"/>
                </a:solidFill>
              </a:rPr>
              <a:t>Next Phase (Priority Features)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3520440"/>
            <a:ext cx="6766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1. User Authentication &amp; Multi-user Support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3685032"/>
            <a:ext cx="6766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2. ATS Score Analysis with AI-powered recommendations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3849624"/>
            <a:ext cx="6766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3. LinkedIn Profile Import integration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4014216"/>
            <a:ext cx="6766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4. Resume Version Control &amp; History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4178808"/>
            <a:ext cx="6766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5. Additional professional templates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4343400"/>
            <a:ext cx="6766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6. Multi-language support (i18n)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Thank You! 🚀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2025-11-28T04:02:46Z</dcterms:created>
  <dcterms:modified xsi:type="dcterms:W3CDTF">2025-11-28T04:02:46Z</dcterms:modified>
</cp:coreProperties>
</file>